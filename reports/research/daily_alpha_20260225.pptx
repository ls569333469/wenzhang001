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36576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微软雅黑"/>
              </a:defRPr>
            </a:pPr>
            <a:r>
              <a:t>🌊 Daily Alpha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leak.me × Surf AI · KOL 关注追踪 + 深度投研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502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94A3B8"/>
                </a:solidFill>
                <a:latin typeface="Consolas"/>
              </a:defRPr>
            </a:pPr>
            <a:r>
              <a:t>2026.02.25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005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24h Trending · Top 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600200"/>
            <a:ext cx="1042416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920240"/>
            <a:ext cx="10424160" cy="11887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2267712"/>
            <a:ext cx="457200" cy="457200"/>
          </a:xfrm>
          <a:prstGeom prst="ellipse">
            <a:avLst/>
          </a:prstGeom>
          <a:solidFill>
            <a:srgbClr val="0B1120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BBF24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0848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  <a:latin typeface="微软雅黑"/>
              </a:defRPr>
            </a:pPr>
            <a:r>
              <a:t>Reveel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50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@r3vl_xyz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3317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E106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A78BFA"/>
                </a:solidFill>
                <a:latin typeface="微软雅黑"/>
              </a:defRPr>
            </a:pPr>
            <a:r>
              <a:t>Pre-TGE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3317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08334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22D3EE"/>
                </a:solidFill>
                <a:latin typeface="微软雅黑"/>
              </a:defRPr>
            </a:pPr>
            <a:r>
              <a:t>AI 支付 Infra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3317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200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FBBF24"/>
                </a:solidFill>
                <a:latin typeface="微软雅黑"/>
              </a:defRPr>
            </a:pPr>
            <a:r>
              <a:t>Binance Booster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574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Consolas"/>
              </a:defRPr>
            </a:pPr>
            <a:r>
              <a:t>+20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微软雅黑"/>
              </a:defRPr>
            </a:pPr>
            <a:r>
              <a:t>24H KOL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23317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2E1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34D399"/>
                </a:solidFill>
                <a:latin typeface="微软雅黑"/>
              </a:defRPr>
            </a:pPr>
            <a:r>
              <a:t>👀 观望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291840"/>
            <a:ext cx="10424160" cy="11887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71600" y="3639312"/>
            <a:ext cx="457200" cy="457200"/>
          </a:xfrm>
          <a:prstGeom prst="ellipse">
            <a:avLst/>
          </a:prstGeom>
          <a:solidFill>
            <a:srgbClr val="0B1120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6366F1"/>
                </a:solidFill>
                <a:latin typeface="Consola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456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  <a:latin typeface="微软雅黑"/>
              </a:defRPr>
            </a:pPr>
            <a:r>
              <a:t>Saturn Credit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822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@saturn_credit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37033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E106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A78BFA"/>
                </a:solidFill>
                <a:latin typeface="微软雅黑"/>
              </a:defRPr>
            </a:pPr>
            <a:r>
              <a:t>Pre-TGE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37033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08334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22D3EE"/>
                </a:solidFill>
                <a:latin typeface="微软雅黑"/>
              </a:defRPr>
            </a:pPr>
            <a:r>
              <a:t>BTC 收益 DeFi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37033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200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FBBF24"/>
                </a:solidFill>
                <a:latin typeface="微软雅黑"/>
              </a:defRPr>
            </a:pPr>
            <a:r>
              <a:t>审计完成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29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Consolas"/>
              </a:defRPr>
            </a:pPr>
            <a:r>
              <a:t>+20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微软雅黑"/>
              </a:defRPr>
            </a:pPr>
            <a:r>
              <a:t>24H KOL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75520" y="37033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2E1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34D399"/>
                </a:solidFill>
                <a:latin typeface="微软雅黑"/>
              </a:defRPr>
            </a:pPr>
            <a:r>
              <a:t>👀 观望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663440"/>
            <a:ext cx="10424160" cy="11887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5010912"/>
            <a:ext cx="457200" cy="457200"/>
          </a:xfrm>
          <a:prstGeom prst="ellipse">
            <a:avLst/>
          </a:prstGeom>
          <a:solidFill>
            <a:srgbClr val="0B1120"/>
          </a:solidFill>
          <a:ln w="317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D3EE"/>
                </a:solidFill>
                <a:latin typeface="Consola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8280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  <a:latin typeface="微软雅黑"/>
              </a:defRPr>
            </a:pPr>
            <a:r>
              <a:t>TechDollar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193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onsolas"/>
              </a:defRPr>
            </a:pPr>
            <a:r>
              <a:t>@techdollarhq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50749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3140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FBBF24"/>
                </a:solidFill>
                <a:latin typeface="微软雅黑"/>
              </a:defRPr>
            </a:pPr>
            <a:r>
              <a:t>概念期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50749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083344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22D3EE"/>
                </a:solidFill>
                <a:latin typeface="微软雅黑"/>
              </a:defRPr>
            </a:pPr>
            <a:r>
              <a:t>DeFi 私人信贷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50749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200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FBBF24"/>
                </a:solidFill>
                <a:latin typeface="微软雅黑"/>
              </a:defRPr>
            </a:pPr>
            <a:r>
              <a:t>Waitlist 开启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8006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Consolas"/>
              </a:defRPr>
            </a:pPr>
            <a:r>
              <a:t>+20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微软雅黑"/>
              </a:defRPr>
            </a:pPr>
            <a:r>
              <a:t>24H KOL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50749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450A0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spcAft>
                <a:spcPts val="0"/>
              </a:spcAft>
              <a:defRPr sz="900" b="1">
                <a:solidFill>
                  <a:srgbClr val="F87171"/>
                </a:solidFill>
                <a:latin typeface="微软雅黑"/>
              </a:defRPr>
            </a:pPr>
            <a:r>
              <a:t>⚠️ 回避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6217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⚠️ 仅供研究参考，不构成投资建议 · Data: Surf AI + leak.me KOL Tracker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微软雅黑"/>
              </a:defRPr>
            </a:pPr>
            <a:r>
              <a:t>Quantum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